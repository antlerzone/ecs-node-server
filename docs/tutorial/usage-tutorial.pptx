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Coliving SaaS Property Management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Usage Tutorial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Frontend: Wix  |  Backend: Node (ECS)  |  DB: MySQL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1. System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Wix (each client subdomain) calls ECS with token + X-API-Username. ECS resolves client from host/header and reads/writes MySQL.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1168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Wix 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645920"/>
            <a:ext cx="201168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Node (ECS)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Express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645920"/>
            <a:ext cx="201168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MySQL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Integrations: Stripe, Bukku/Xero/AutoCount/SQL, OSS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2. Roles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Operator (staff)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Company Setting, Property/Room/Tenancy, Invoice, Expenses, Admin, Billing, Meter/Smart Door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Tenant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Profile, agreements, pay rent/invoice, meter top-up, lock, feedback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Owner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Owner portal,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3. Environment &amp; Deployment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Backend: npm install → npm run dev or npm start. Set .env (MySQL, STRIPE_*, CRON_SECRET).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Wix Secret Manager: ecs_token, ecs_username, ecs_base_url. Request headers: Authorization: Bearer &lt;token&gt;, X-API-Username: &lt;username&gt;.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Migrations: node scripts/run-migration.js src/db/migrations/xxxx_*.sql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4. Daily Cron (POST /api/cron/daily)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Header: X-Cron-Secret = CRON_SECRET. Run daily at 00:00 UTC+8.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1. Overdue rent → lock door, power off, tenancy active=0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2. Room available sync (roomdetail.available / availablesoon)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3. Refund deposit: tenancy end passed → create refunddeposit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14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4. Plan expiry → client inactive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5. Core credit expiry → creditlogs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6. Monthly 1st: active room -10 credit each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7. Stripe settlement journal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039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8. Lock battery &lt;20% → feedback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5. Operator Daily Use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Company Setting: profile, staff, integration (accounting, meter, smart door)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Property / Room / Tenancy: list, extend, change room, terminate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367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Tenant Invoice: rental list, meter groups, top-up; amount &gt;1000 → manual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208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Expenses: list, bulk upload, bank bulk (JomPay)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04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Admin Dashboard: feedback, refund (edit amount ≤ original → journal)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Billing: plan, credit, statements, Stripe; ≥1000 → manual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6. Tenant  |  7. Stripe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Tenant: Profile first → agreement; unpaid rent disables meter/smart door. Pay rent, invoice, meter top-up, lock, feedback.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Stripe: (1) Client credit top-up → Checkout → webhook. (2) Tenant rent → Connect; 1% from credit. (3) Tenant invoice/meter → create-payment.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8. Docs &amp; Scripts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Full index: docs/index.md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Scripts: clear-and-import-clientdetail.js, import-rentalcollection.js, run-migration.js, insert-api-user.js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Wix: docs/wix/jsw, docs/wix/frontend (*-page-full.js)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Full Chinese tutorial: docs/tutorial/usage-tutorial.md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Coliving SaaS Usage Tutorial</dc:title>
  <dc:subject>Property Management Platform - How to Use</dc:subject>
  <dc:creator>Coliving Management</dc:creator>
  <cp:lastModifiedBy>Coliving Management</cp:lastModifiedBy>
  <cp:revision>1</cp:revision>
  <dcterms:created xsi:type="dcterms:W3CDTF">2026-03-13T06:07:04Z</dcterms:created>
  <dcterms:modified xsi:type="dcterms:W3CDTF">2026-03-13T06:07:04Z</dcterms:modified>
</cp:coreProperties>
</file>